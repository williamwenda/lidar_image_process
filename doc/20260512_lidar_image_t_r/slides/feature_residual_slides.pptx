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dar_intensity_data_1080w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1524000"/>
            <a:ext cx="6934200" cy="3208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